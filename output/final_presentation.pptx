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Analysis</a:t>
            </a:r>
          </a:p>
          <a:p>
            <a:r>
              <a:t>Revenue Growth</a:t>
            </a:r>
          </a:p>
          <a:p>
            <a:r>
              <a:t>Future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Glossaries</a:t>
            </a:r>
          </a:p>
          <a:p>
            <a:r>
              <a:t>Presented	by:	Training	Department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Definitions /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Repayment Day Branch -   If the total no. of scheduled Centre meetings are greater than 10, then branch will be considered as Repayment Day Branch.</a:t>
            </a:r>
          </a:p>
          <a:p/>
          <a:p>
            <a:r>
              <a:t>Repayment Day Branch - If the total no. of scheduled Centre meetings are less than or equals to 10, then Branch will be considered as Non- Repayment Day Branch.</a:t>
            </a:r>
          </a:p>
          <a:p/>
          <a:p>
            <a:r>
              <a:t>Repayment CO - If the total no. of scheduled Centre meetings are greater than 2, then that CO will be considered as Repayment CO</a:t>
            </a:r>
          </a:p>
          <a:p/>
          <a:p>
            <a:r>
              <a:t>Non Repayment CO -  If the total no. of scheduled Centre meetings are Less than 2, then that CO will be considered as Non Repayment CO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Definitions /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Matured Arrear Clients-  Clients whose loan tenure has been completed but are in arrears are called as Matured Arrear Clients.</a:t>
            </a:r>
          </a:p>
          <a:p/>
          <a:p>
            <a:r>
              <a:t>Matured Arrear Centers - A Centre in which 100% clients exists in known as Matured Arrear Center.</a:t>
            </a:r>
          </a:p>
          <a:p/>
          <a:p>
            <a:r>
              <a:t>Operational Branch -  Branches where disbursement of all products is allowed is known as operational branch.</a:t>
            </a:r>
          </a:p>
          <a:p/>
          <a:p>
            <a:r>
              <a:t>Non Operational Branch -  Branches where disbursement of new clients at new centre is suspended due to spikes in the arrear but lending at graduated center is allowed. </a:t>
            </a:r>
          </a:p>
          <a:p/>
          <a:p/>
          <a:p/>
          <a:p/>
          <a:p>
            <a:r>
              <a:t>s.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